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6" d="100"/>
          <a:sy n="86" d="100"/>
        </p:scale>
        <p:origin x="56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12/1/2019</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12/1/2019</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12/1/2019</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12/1/2019</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12/1/2019</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6B402-BBF5-4B20-8000-B5B249803BE6}"/>
              </a:ext>
            </a:extLst>
          </p:cNvPr>
          <p:cNvSpPr>
            <a:spLocks noGrp="1"/>
          </p:cNvSpPr>
          <p:nvPr>
            <p:ph type="ctrTitle"/>
          </p:nvPr>
        </p:nvSpPr>
        <p:spPr>
          <a:xfrm>
            <a:off x="581191" y="536337"/>
            <a:ext cx="10993549" cy="1475013"/>
          </a:xfrm>
        </p:spPr>
        <p:txBody>
          <a:bodyPr/>
          <a:lstStyle/>
          <a:p>
            <a:r>
              <a:rPr lang="en-IN" dirty="0"/>
              <a:t>AP Project – Plants  v Zombies</a:t>
            </a:r>
          </a:p>
        </p:txBody>
      </p:sp>
      <p:sp>
        <p:nvSpPr>
          <p:cNvPr id="3" name="Subtitle 2">
            <a:extLst>
              <a:ext uri="{FF2B5EF4-FFF2-40B4-BE49-F238E27FC236}">
                <a16:creationId xmlns:a16="http://schemas.microsoft.com/office/drawing/2014/main" id="{D2DC1464-2204-4E3C-91A2-ACBE84F81EF6}"/>
              </a:ext>
            </a:extLst>
          </p:cNvPr>
          <p:cNvSpPr>
            <a:spLocks noGrp="1"/>
          </p:cNvSpPr>
          <p:nvPr>
            <p:ph type="subTitle" idx="1"/>
          </p:nvPr>
        </p:nvSpPr>
        <p:spPr>
          <a:xfrm>
            <a:off x="581191" y="2103354"/>
            <a:ext cx="10993546" cy="590321"/>
          </a:xfrm>
        </p:spPr>
        <p:txBody>
          <a:bodyPr>
            <a:normAutofit fontScale="92500" lnSpcReduction="20000"/>
          </a:bodyPr>
          <a:lstStyle/>
          <a:p>
            <a:r>
              <a:rPr lang="en-IN" dirty="0"/>
              <a:t>Aditya Rastogi</a:t>
            </a:r>
          </a:p>
          <a:p>
            <a:r>
              <a:rPr lang="en-IN" dirty="0"/>
              <a:t>Shrikant garg</a:t>
            </a:r>
          </a:p>
        </p:txBody>
      </p:sp>
      <p:pic>
        <p:nvPicPr>
          <p:cNvPr id="4" name="Picture 3">
            <a:extLst>
              <a:ext uri="{FF2B5EF4-FFF2-40B4-BE49-F238E27FC236}">
                <a16:creationId xmlns:a16="http://schemas.microsoft.com/office/drawing/2014/main" id="{9724B653-9E24-4154-9377-DD36FCE188BB}"/>
              </a:ext>
            </a:extLst>
          </p:cNvPr>
          <p:cNvPicPr>
            <a:picLocks noChangeAspect="1"/>
          </p:cNvPicPr>
          <p:nvPr/>
        </p:nvPicPr>
        <p:blipFill>
          <a:blip r:embed="rId2"/>
          <a:stretch>
            <a:fillRect/>
          </a:stretch>
        </p:blipFill>
        <p:spPr>
          <a:xfrm>
            <a:off x="1900856" y="3376001"/>
            <a:ext cx="3839111" cy="2748346"/>
          </a:xfrm>
          <a:prstGeom prst="rect">
            <a:avLst/>
          </a:prstGeom>
        </p:spPr>
      </p:pic>
      <p:pic>
        <p:nvPicPr>
          <p:cNvPr id="5" name="Picture 4">
            <a:extLst>
              <a:ext uri="{FF2B5EF4-FFF2-40B4-BE49-F238E27FC236}">
                <a16:creationId xmlns:a16="http://schemas.microsoft.com/office/drawing/2014/main" id="{1FD98A0A-4EA6-42EF-A98A-5DD667216D42}"/>
              </a:ext>
            </a:extLst>
          </p:cNvPr>
          <p:cNvPicPr>
            <a:picLocks noChangeAspect="1"/>
          </p:cNvPicPr>
          <p:nvPr/>
        </p:nvPicPr>
        <p:blipFill>
          <a:blip r:embed="rId3"/>
          <a:stretch>
            <a:fillRect/>
          </a:stretch>
        </p:blipFill>
        <p:spPr>
          <a:xfrm>
            <a:off x="6452034" y="3376001"/>
            <a:ext cx="3932435" cy="2748346"/>
          </a:xfrm>
          <a:prstGeom prst="rect">
            <a:avLst/>
          </a:prstGeom>
        </p:spPr>
      </p:pic>
    </p:spTree>
    <p:extLst>
      <p:ext uri="{BB962C8B-B14F-4D97-AF65-F5344CB8AC3E}">
        <p14:creationId xmlns:p14="http://schemas.microsoft.com/office/powerpoint/2010/main" val="4109545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E8CA7-DDEA-47D6-A8DB-4A0389A12363}"/>
              </a:ext>
            </a:extLst>
          </p:cNvPr>
          <p:cNvSpPr>
            <a:spLocks noGrp="1"/>
          </p:cNvSpPr>
          <p:nvPr>
            <p:ph type="title"/>
          </p:nvPr>
        </p:nvSpPr>
        <p:spPr/>
        <p:txBody>
          <a:bodyPr/>
          <a:lstStyle/>
          <a:p>
            <a:r>
              <a:rPr lang="en-IN" dirty="0"/>
              <a:t>Design &amp; Implementation</a:t>
            </a:r>
          </a:p>
        </p:txBody>
      </p:sp>
      <p:sp>
        <p:nvSpPr>
          <p:cNvPr id="6" name="TextBox 5">
            <a:extLst>
              <a:ext uri="{FF2B5EF4-FFF2-40B4-BE49-F238E27FC236}">
                <a16:creationId xmlns:a16="http://schemas.microsoft.com/office/drawing/2014/main" id="{7FD7F7B5-1814-45B2-B683-0D49BC5A3A3D}"/>
              </a:ext>
            </a:extLst>
          </p:cNvPr>
          <p:cNvSpPr txBox="1"/>
          <p:nvPr/>
        </p:nvSpPr>
        <p:spPr>
          <a:xfrm>
            <a:off x="581192" y="2332603"/>
            <a:ext cx="5656727" cy="3693319"/>
          </a:xfrm>
          <a:prstGeom prst="rect">
            <a:avLst/>
          </a:prstGeom>
          <a:noFill/>
          <a:ln>
            <a:noFill/>
          </a:ln>
        </p:spPr>
        <p:txBody>
          <a:bodyPr wrap="square" rtlCol="0">
            <a:spAutoFit/>
          </a:bodyPr>
          <a:lstStyle/>
          <a:p>
            <a:r>
              <a:rPr lang="en-IN" dirty="0"/>
              <a:t>The Game has custom Buttons which are made using special .</a:t>
            </a:r>
            <a:r>
              <a:rPr lang="en-IN" dirty="0" err="1"/>
              <a:t>css</a:t>
            </a:r>
            <a:r>
              <a:rPr lang="en-IN" dirty="0"/>
              <a:t> files.</a:t>
            </a:r>
          </a:p>
          <a:p>
            <a:endParaRPr lang="en-IN" dirty="0"/>
          </a:p>
          <a:p>
            <a:r>
              <a:rPr lang="en-IN" dirty="0"/>
              <a:t>Each Stage / Scene is Undecorated or Transparent to provide it a more finished feel.</a:t>
            </a:r>
          </a:p>
          <a:p>
            <a:endParaRPr lang="en-IN" dirty="0"/>
          </a:p>
          <a:p>
            <a:r>
              <a:rPr lang="en-IN" dirty="0"/>
              <a:t>All animations are handled by the Timeline Attribute provided in the JavaFX framework.</a:t>
            </a:r>
          </a:p>
          <a:p>
            <a:endParaRPr lang="en-IN" dirty="0"/>
          </a:p>
          <a:p>
            <a:r>
              <a:rPr lang="en-IN" dirty="0"/>
              <a:t>The Main Menu Functionality provides a Settings Menu,  A Hall of Fame, Load Game Functionality etc.</a:t>
            </a:r>
          </a:p>
          <a:p>
            <a:endParaRPr lang="en-IN" dirty="0"/>
          </a:p>
          <a:p>
            <a:endParaRPr lang="en-IN" dirty="0"/>
          </a:p>
        </p:txBody>
      </p:sp>
      <p:sp>
        <p:nvSpPr>
          <p:cNvPr id="7" name="TextBox 6">
            <a:extLst>
              <a:ext uri="{FF2B5EF4-FFF2-40B4-BE49-F238E27FC236}">
                <a16:creationId xmlns:a16="http://schemas.microsoft.com/office/drawing/2014/main" id="{FECB3736-55AD-4CFB-9900-34FB9C15ED03}"/>
              </a:ext>
            </a:extLst>
          </p:cNvPr>
          <p:cNvSpPr txBox="1"/>
          <p:nvPr/>
        </p:nvSpPr>
        <p:spPr>
          <a:xfrm>
            <a:off x="6237919" y="2332603"/>
            <a:ext cx="5656727" cy="3416320"/>
          </a:xfrm>
          <a:prstGeom prst="rect">
            <a:avLst/>
          </a:prstGeom>
          <a:noFill/>
          <a:ln>
            <a:noFill/>
          </a:ln>
        </p:spPr>
        <p:txBody>
          <a:bodyPr wrap="square" rtlCol="0">
            <a:spAutoFit/>
          </a:bodyPr>
          <a:lstStyle/>
          <a:p>
            <a:r>
              <a:rPr lang="en-IN" dirty="0"/>
              <a:t>The Code Makes Use of MANY OOP CONCEPTS such as Encapsulation in the form of Inner Classes and Access Specifiers.</a:t>
            </a:r>
          </a:p>
          <a:p>
            <a:endParaRPr lang="en-IN" dirty="0"/>
          </a:p>
          <a:p>
            <a:r>
              <a:rPr lang="en-IN" dirty="0"/>
              <a:t>Many Design Patterns Such as Singleton, Factory etc. have been implemented in the code.</a:t>
            </a:r>
          </a:p>
          <a:p>
            <a:endParaRPr lang="en-IN" dirty="0"/>
          </a:p>
          <a:p>
            <a:r>
              <a:rPr lang="en-IN" dirty="0"/>
              <a:t>Many JavaFX Elements have been made static so that their reference is available throughout the package.</a:t>
            </a:r>
          </a:p>
          <a:p>
            <a:endParaRPr lang="en-IN" dirty="0"/>
          </a:p>
          <a:p>
            <a:r>
              <a:rPr lang="en-IN" dirty="0"/>
              <a:t>Collisions in the GUI have been done by specifying Event Listeners to all Plants and Zombies.</a:t>
            </a:r>
          </a:p>
        </p:txBody>
      </p:sp>
    </p:spTree>
    <p:extLst>
      <p:ext uri="{BB962C8B-B14F-4D97-AF65-F5344CB8AC3E}">
        <p14:creationId xmlns:p14="http://schemas.microsoft.com/office/powerpoint/2010/main" val="4010613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5A181-F60D-494E-8CA4-D7B0BDEF8EB9}"/>
              </a:ext>
            </a:extLst>
          </p:cNvPr>
          <p:cNvSpPr>
            <a:spLocks noGrp="1"/>
          </p:cNvSpPr>
          <p:nvPr>
            <p:ph type="title"/>
          </p:nvPr>
        </p:nvSpPr>
        <p:spPr/>
        <p:txBody>
          <a:bodyPr/>
          <a:lstStyle/>
          <a:p>
            <a:r>
              <a:rPr lang="en-IN" dirty="0"/>
              <a:t>Work Division</a:t>
            </a:r>
          </a:p>
        </p:txBody>
      </p:sp>
      <p:sp>
        <p:nvSpPr>
          <p:cNvPr id="3" name="Content Placeholder 2">
            <a:extLst>
              <a:ext uri="{FF2B5EF4-FFF2-40B4-BE49-F238E27FC236}">
                <a16:creationId xmlns:a16="http://schemas.microsoft.com/office/drawing/2014/main" id="{B51074C8-0781-41AC-B85D-DBBC9281559E}"/>
              </a:ext>
            </a:extLst>
          </p:cNvPr>
          <p:cNvSpPr>
            <a:spLocks noGrp="1"/>
          </p:cNvSpPr>
          <p:nvPr>
            <p:ph idx="1"/>
          </p:nvPr>
        </p:nvSpPr>
        <p:spPr/>
        <p:txBody>
          <a:bodyPr/>
          <a:lstStyle/>
          <a:p>
            <a:r>
              <a:rPr lang="en-IN" dirty="0"/>
              <a:t>We both have worked together in the Project by contributing to it in every manner possible.</a:t>
            </a:r>
          </a:p>
          <a:p>
            <a:r>
              <a:rPr lang="en-IN" dirty="0"/>
              <a:t>For the First Deadline we both worked on the UML Diagrams contributing to it equally.</a:t>
            </a:r>
          </a:p>
          <a:p>
            <a:r>
              <a:rPr lang="en-IN" dirty="0"/>
              <a:t>For the Second Deadline Shrikant took care of the Design Part of the Game, designing Buttons, different loading screens, creating assets etc. while Aditya and Shrikant took care of the Coding Part of the Deadline.</a:t>
            </a:r>
          </a:p>
          <a:p>
            <a:r>
              <a:rPr lang="en-IN" dirty="0"/>
              <a:t>For the Third Deadline both of us took care of the code, side by linking various areas of the front to the back end.</a:t>
            </a:r>
          </a:p>
        </p:txBody>
      </p:sp>
    </p:spTree>
    <p:extLst>
      <p:ext uri="{BB962C8B-B14F-4D97-AF65-F5344CB8AC3E}">
        <p14:creationId xmlns:p14="http://schemas.microsoft.com/office/powerpoint/2010/main" val="3793774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26B7-35F9-48BE-BD32-8DAC8043BB77}"/>
              </a:ext>
            </a:extLst>
          </p:cNvPr>
          <p:cNvSpPr>
            <a:spLocks noGrp="1"/>
          </p:cNvSpPr>
          <p:nvPr>
            <p:ph type="title"/>
          </p:nvPr>
        </p:nvSpPr>
        <p:spPr/>
        <p:txBody>
          <a:bodyPr>
            <a:normAutofit/>
          </a:bodyPr>
          <a:lstStyle/>
          <a:p>
            <a:r>
              <a:rPr lang="en-IN" dirty="0"/>
              <a:t>Bonus</a:t>
            </a:r>
            <a:endParaRPr lang="en-IN" sz="2000" dirty="0"/>
          </a:p>
        </p:txBody>
      </p:sp>
      <p:sp>
        <p:nvSpPr>
          <p:cNvPr id="3" name="Content Placeholder 2">
            <a:extLst>
              <a:ext uri="{FF2B5EF4-FFF2-40B4-BE49-F238E27FC236}">
                <a16:creationId xmlns:a16="http://schemas.microsoft.com/office/drawing/2014/main" id="{08516703-6E23-48DF-ADAA-44BF8675659E}"/>
              </a:ext>
            </a:extLst>
          </p:cNvPr>
          <p:cNvSpPr>
            <a:spLocks noGrp="1"/>
          </p:cNvSpPr>
          <p:nvPr>
            <p:ph idx="1"/>
          </p:nvPr>
        </p:nvSpPr>
        <p:spPr/>
        <p:txBody>
          <a:bodyPr/>
          <a:lstStyle/>
          <a:p>
            <a:r>
              <a:rPr lang="en-IN" dirty="0"/>
              <a:t>We have implemented a story in our game, the weather changes during our game and different kind of tokens fall down giving different powers.</a:t>
            </a:r>
          </a:p>
          <a:p>
            <a:r>
              <a:rPr lang="en-IN" dirty="0"/>
              <a:t>There is a special plant that we unlock in our last level, namely the Brain Flower which attracts all the zombies in the lane it is placed, providing you the opportunity to strategize by placing all the attacking or barrier plants there.</a:t>
            </a:r>
          </a:p>
          <a:p>
            <a:r>
              <a:rPr lang="en-IN" dirty="0"/>
              <a:t>We have also implemented 5 types of zombies, including the almighty, invincible Boss Zombie.</a:t>
            </a:r>
          </a:p>
          <a:p>
            <a:endParaRPr lang="en-IN" dirty="0"/>
          </a:p>
        </p:txBody>
      </p:sp>
    </p:spTree>
    <p:extLst>
      <p:ext uri="{BB962C8B-B14F-4D97-AF65-F5344CB8AC3E}">
        <p14:creationId xmlns:p14="http://schemas.microsoft.com/office/powerpoint/2010/main" val="260600847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TM03457464[[fn=Dividend]]</Template>
  <TotalTime>104</TotalTime>
  <Words>338</Words>
  <Application>Microsoft Office PowerPoint</Application>
  <PresentationFormat>Widescreen</PresentationFormat>
  <Paragraphs>27</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Gill Sans MT</vt:lpstr>
      <vt:lpstr>Wingdings 2</vt:lpstr>
      <vt:lpstr>Dividend</vt:lpstr>
      <vt:lpstr>AP Project – Plants  v Zombies</vt:lpstr>
      <vt:lpstr>Design &amp; Implementation</vt:lpstr>
      <vt:lpstr>Work Division</vt:lpstr>
      <vt:lpstr>Bonus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 Project – Plants  v Zombies</dc:title>
  <dc:creator>Aditya Rastogi</dc:creator>
  <cp:lastModifiedBy>Aditya Rastogi</cp:lastModifiedBy>
  <cp:revision>13</cp:revision>
  <dcterms:created xsi:type="dcterms:W3CDTF">2019-11-30T23:59:18Z</dcterms:created>
  <dcterms:modified xsi:type="dcterms:W3CDTF">2019-12-01T01:54:09Z</dcterms:modified>
</cp:coreProperties>
</file>